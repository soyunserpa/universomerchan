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Universo Merchan - Propuesta Comercial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Propuesta de Merchandising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Presupuesto detallado para su campaña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Camisetas Regent Hombre (S11388)</a:t>
            </a:r>
            <a:endParaRPr lang="en-US" sz="2400" dirty="0"/>
          </a:p>
        </p:txBody>
      </p:sp>
      <p:pic>
        <p:nvPicPr>
          <p:cNvPr id="3" name="Image 0" descr="https://cdn1.midocean.com/image/700X700/s11388-f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- 1 Color / 2 Posiciones (Pecho y Espalda): 6.44€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3017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- 2 Colores / 2 Posiciones (Pecho y Espalda): 9.56€ / ud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Camisetas Imperial (S11500)</a:t>
            </a:r>
            <a:endParaRPr lang="en-US" sz="2400" dirty="0"/>
          </a:p>
        </p:txBody>
      </p:sp>
      <p:pic>
        <p:nvPicPr>
          <p:cNvPr id="3" name="Image 0" descr="https://cdn1.midocean.com/image/700X700/s11500-a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- 1 Color / 2 Posiciones (Pecho y Espalda): 6.47€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3017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- 2 Colores / 2 Posiciones (Pecho y Espalda): 9.59€ / ud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Llaveros Burnie (MO9949)</a:t>
            </a:r>
            <a:endParaRPr lang="en-US" sz="2400" dirty="0"/>
          </a:p>
        </p:txBody>
      </p:sp>
      <p:pic>
        <p:nvPicPr>
          <p:cNvPr id="3" name="Image 0" descr="https://cdn1.midocean.com/image/700X700/mo9949-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- 1 Color / 1 Posición: 2.30€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3017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- 2 Colores / 1 Posición: 3.44€ / ud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Llaveros Ballarat (MO9948)</a:t>
            </a:r>
            <a:endParaRPr lang="en-US" sz="2400" dirty="0"/>
          </a:p>
        </p:txBody>
      </p:sp>
      <p:pic>
        <p:nvPicPr>
          <p:cNvPr id="3" name="Image 0" descr="https://cdn1.midocean.com/image/700X700/mo9948-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- 1 Color / 1 Posición: 2.30€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3017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150 uds - 2 Colores / 1 Posición: 3.44€ / ud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Chaquetas Relax (S46600)</a:t>
            </a:r>
            <a:endParaRPr lang="en-US" sz="2400" dirty="0"/>
          </a:p>
        </p:txBody>
      </p:sp>
      <p:pic>
        <p:nvPicPr>
          <p:cNvPr id="3" name="Image 0" descr="https://cdn1.midocean.com/image/700X700/s46600-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50 uds - 1 Color / 2 Posiciones (Pecho y Espalda): 39.12€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3017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50 uds - 2 Colores / 2 Posiciones (Pecho y Espalda): 47.92€ / ud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Chalecos Mini Visible (MO7602)</a:t>
            </a:r>
            <a:endParaRPr lang="en-US" sz="2400" dirty="0"/>
          </a:p>
        </p:txBody>
      </p:sp>
      <p:pic>
        <p:nvPicPr>
          <p:cNvPr id="3" name="Image 0" descr="https://cdn1.midocean.com/image/700X700/mo7602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100 uds - 3 Posiciones (1 Pecho, 2 Espalda): 7.50€ / 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4114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* Precios orientativos sin IVA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Universo Merchan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 Comercial</dc:title>
  <dc:subject>PptxGenJS Presentation</dc:subject>
  <dc:creator>Universo Merchan</dc:creator>
  <cp:lastModifiedBy>Universo Merchan</cp:lastModifiedBy>
  <cp:revision>1</cp:revision>
  <dcterms:created xsi:type="dcterms:W3CDTF">2026-04-28T16:47:34Z</dcterms:created>
  <dcterms:modified xsi:type="dcterms:W3CDTF">2026-04-28T16:47:34Z</dcterms:modified>
</cp:coreProperties>
</file>